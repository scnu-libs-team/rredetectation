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7B4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536190" y="1134110"/>
            <a:ext cx="5400000" cy="4320000"/>
          </a:xfrm>
          <a:prstGeom prst="roundRect">
            <a:avLst/>
          </a:prstGeom>
          <a:solidFill>
            <a:srgbClr val="1F77B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赖国梁</cp:lastModifiedBy>
  <cp:revision>157</cp:revision>
  <dcterms:created xsi:type="dcterms:W3CDTF">2019-06-19T02:08:00Z</dcterms:created>
  <dcterms:modified xsi:type="dcterms:W3CDTF">2026-05-20T04:07:32Z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DA541AB52B3443788460219E6E5B576E_11</vt:lpwstr>
  </property>
</Properties>
</file>